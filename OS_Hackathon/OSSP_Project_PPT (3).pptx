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-82" y="-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Operating Systems and Systems Programming (25CS2104E)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Inter-Process Chat Application Using IPC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sz="1400" dirty="0">
                <a:solidFill>
                  <a:srgbClr val="0070C0"/>
                </a:solidFill>
              </a:rPr>
              <a:t>Varalakshmi K – 2520030678</a:t>
            </a:r>
          </a:p>
          <a:p>
            <a:r>
              <a:rPr lang="en-US" sz="1400" dirty="0">
                <a:solidFill>
                  <a:srgbClr val="0070C0"/>
                </a:solidFill>
              </a:rPr>
              <a:t>Lohitha M – 2520030378</a:t>
            </a:r>
          </a:p>
          <a:p>
            <a:r>
              <a:rPr lang="en-US" sz="1400" dirty="0">
                <a:solidFill>
                  <a:srgbClr val="0070C0"/>
                </a:solidFill>
              </a:rPr>
              <a:t>Vaibhavasree S – 2520030398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/>
            </a:r>
            <a:r>
              <a:rPr lang="en-US" sz="1800" b="1" kern="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K. Anusha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, Dept. of CSE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Problem Statement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Proposed Methodology &amp; OS Concepts Used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Flow Chart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Individual Contribution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Tools &amp; Platforms Used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Expected Outcome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GitHub Repository &amp; Conclusion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4394788" y="213924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56756" y="20617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01" name="Abstract Content"/>
          <p:cNvSpPr txBox="1"/>
          <p:nvPr/>
        </p:nvSpPr>
        <p:spPr>
          <a:xfrm>
            <a:off x="3140223" y="852767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Inter-Process Chat Application Using IPC is a Linux-based Operating Systems project in which separate processes running on the same machine exchange chat messages through Inter-Process Communication (IPC) mechanisms provided by the OS. Since every process has its own private memory space, processes cannot read each other's data directly, so OS-level IPC is required for them to communicate.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proposed system uses </a:t>
            </a:r>
            <a:r>
              <a:rPr lang="en-US" sz="1800" b="1" dirty="0">
                <a:solidFill>
                  <a:srgbClr val="000000"/>
                </a:solidFill>
                <a:latin typeface="Calibri"/>
              </a:rPr>
              <a:t>named pipes and Unix domain sockets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. Named pipes (FIFO) support a two-user chat, while a central server process with Unix domain sockets supports a multi-user group chat by accepting client connections and broadcasting each message to the other clients. Threads allow sending and receiving at the same time, and a lock protects shared data.</a:t>
            </a:r>
          </a:p>
          <a:p>
            <a:pPr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project demonstrates Operating Systems concepts such as processes, IPC, named pipes, sockets, multithreading, synchronization, blocking I/O, and file descriptors. It is implemented in Python on Linux/Ubuntu and operated through the terminal, where each terminal window acts as a separate chat user.</a:t>
            </a:r>
          </a:p>
        </p:txBody>
      </p:sp>
    </p:spTree>
    <p:extLst>
      <p:ext uri="{BB962C8B-B14F-4D97-AF65-F5344CB8AC3E}">
        <p14:creationId xmlns:p14="http://schemas.microsoft.com/office/powerpoint/2010/main" xmlns="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01" name="Introduction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Every process in an operating system runs in its own private memory space, so one process cannot directly read or write another process's data.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Separate processes, such as different chat users, therefore need an OS-provided mechanism to exchange messages and coordinate with each other.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There is a need for a simple chat system that shows how processes on one machine communicate in real time without using a network.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system uses named pipes for a two-user chat and Unix domain sockets with a server process for a multi-user group chat.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Simultaneous sending and receiving, and access to shared data, must be handled using threads and locks to avoid blocking and race conditions.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This is relevant to Operating Systems as it demonstrates processes, IPC mechanisms, synchronization, file descriptors, and blocking I/O.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01" name="Literature Survey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build a chat application in which separate processes communicate using OS-level IPC.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implement a two-user chat using named pipes (FIFO).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implement a multi-user group chat using a server process and Unix domain sockets.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handle simultaneous sending and receiving using threads, and shared data using locks.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support join/leave notices and a clean shutdown that removes pipe and socket files.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To compare IPC mechanisms (pipes, message queues, shared memory, sockets) and demonstrate practical OS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Methodology &amp; OS Concepts</a:t>
            </a:r>
          </a:p>
        </p:txBody>
      </p:sp>
      <p:sp>
        <p:nvSpPr>
          <p:cNvPr id="101" name="Problem Statement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/>
              </a:rPr>
              <a:t>Proposed Methodology</a:t>
            </a:r>
          </a:p>
          <a:p>
            <a:pPr algn="just">
              <a:spcAft>
                <a:spcPts val="1200"/>
              </a:spcAft>
              <a:buNone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Built in Python on Linux/Ubuntu using OS-level IPC. Version 1 uses two named pipes for a two-user chat. Version 2 runs a server on a Unix domain socket; clients connect and send a name, and the server broadcasts every message to the other clients, using threads for concurrent I/O and a lock for the client list. Flow: Start Server → Client Connects → Send Message → Server Receives → Broadcast → Clients Display.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/>
              </a:rPr>
              <a:t>OS Concepts / IPC APIs Used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os.mkfifo() – creates a named pipe (FIFO) as an IPC channel.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socket(AF_UNIX) / bind() / listen() – sets up the local server socket.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accept() / connect() – server accepts clients; clients join the chat.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send() / recv() – exchange messages between processes.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threading.Thread / Lock – concurrent I/O and synchronization.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/>
              </a:rPr>
              <a:t>close() / os.remove() – release sockets and delete pipe files on exit.</a:t>
            </a:r>
          </a:p>
        </p:txBody>
      </p:sp>
    </p:spTree>
    <p:extLst>
      <p:ext uri="{BB962C8B-B14F-4D97-AF65-F5344CB8AC3E}">
        <p14:creationId xmlns:p14="http://schemas.microsoft.com/office/powerpoint/2010/main" xmlns="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100" name="FlowBox100"/>
          <p:cNvSpPr/>
          <p:nvPr/>
        </p:nvSpPr>
        <p:spPr>
          <a:xfrm>
            <a:off x="2396000" y="850000"/>
            <a:ext cx="7400000" cy="65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Start Server (Create Unix Socket)</a:t>
            </a:r>
          </a:p>
        </p:txBody>
      </p:sp>
      <p:cxnSp>
        <p:nvCxnSpPr>
          <p:cNvPr id="101" name="Arrow101"/>
          <p:cNvCxnSpPr/>
          <p:nvPr/>
        </p:nvCxnSpPr>
        <p:spPr>
          <a:xfrm>
            <a:off x="6096000" y="15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Box102"/>
          <p:cNvSpPr/>
          <p:nvPr/>
        </p:nvSpPr>
        <p:spPr>
          <a:xfrm>
            <a:off x="2396000" y="1650000"/>
            <a:ext cx="7400000" cy="650000"/>
          </a:xfrm>
          <a:prstGeom prst="roundRect">
            <a:avLst/>
          </a:prstGeom>
          <a:solidFill>
            <a:srgbClr val="9C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Client Connects &amp; Sends Username</a:t>
            </a:r>
          </a:p>
        </p:txBody>
      </p:sp>
      <p:cxnSp>
        <p:nvCxnSpPr>
          <p:cNvPr id="103" name="Arrow103"/>
          <p:cNvCxnSpPr/>
          <p:nvPr/>
        </p:nvCxnSpPr>
        <p:spPr>
          <a:xfrm>
            <a:off x="6096000" y="23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lowBox104"/>
          <p:cNvSpPr/>
          <p:nvPr/>
        </p:nvSpPr>
        <p:spPr>
          <a:xfrm>
            <a:off x="2396000" y="2450000"/>
            <a:ext cx="7400000" cy="65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Server Announces Join to Other Clients</a:t>
            </a:r>
          </a:p>
        </p:txBody>
      </p:sp>
      <p:cxnSp>
        <p:nvCxnSpPr>
          <p:cNvPr id="105" name="Arrow105"/>
          <p:cNvCxnSpPr/>
          <p:nvPr/>
        </p:nvCxnSpPr>
        <p:spPr>
          <a:xfrm>
            <a:off x="6096000" y="31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Box106"/>
          <p:cNvSpPr/>
          <p:nvPr/>
        </p:nvSpPr>
        <p:spPr>
          <a:xfrm>
            <a:off x="2396000" y="3250000"/>
            <a:ext cx="7400000" cy="650000"/>
          </a:xfrm>
          <a:prstGeom prst="roundRect">
            <a:avLst/>
          </a:prstGeom>
          <a:solidFill>
            <a:srgbClr val="9C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Client Types Message (Sent via IPC)</a:t>
            </a:r>
          </a:p>
        </p:txBody>
      </p:sp>
      <p:cxnSp>
        <p:nvCxnSpPr>
          <p:cNvPr id="107" name="Arrow107"/>
          <p:cNvCxnSpPr/>
          <p:nvPr/>
        </p:nvCxnSpPr>
        <p:spPr>
          <a:xfrm>
            <a:off x="6096000" y="39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lowBox108"/>
          <p:cNvSpPr/>
          <p:nvPr/>
        </p:nvSpPr>
        <p:spPr>
          <a:xfrm>
            <a:off x="2396000" y="4050000"/>
            <a:ext cx="7400000" cy="65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Server Receives Message (Thread per Client)</a:t>
            </a:r>
          </a:p>
        </p:txBody>
      </p:sp>
      <p:cxnSp>
        <p:nvCxnSpPr>
          <p:cNvPr id="109" name="Arrow109"/>
          <p:cNvCxnSpPr/>
          <p:nvPr/>
        </p:nvCxnSpPr>
        <p:spPr>
          <a:xfrm>
            <a:off x="6096000" y="47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lowBox110"/>
          <p:cNvSpPr/>
          <p:nvPr/>
        </p:nvSpPr>
        <p:spPr>
          <a:xfrm>
            <a:off x="2396000" y="4850000"/>
            <a:ext cx="7400000" cy="650000"/>
          </a:xfrm>
          <a:prstGeom prst="roundRect">
            <a:avLst/>
          </a:prstGeom>
          <a:solidFill>
            <a:srgbClr val="9C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Server Broadcasts to All Other Clients</a:t>
            </a:r>
          </a:p>
        </p:txBody>
      </p:sp>
      <p:cxnSp>
        <p:nvCxnSpPr>
          <p:cNvPr id="111" name="Arrow111"/>
          <p:cNvCxnSpPr/>
          <p:nvPr/>
        </p:nvCxnSpPr>
        <p:spPr>
          <a:xfrm>
            <a:off x="6096000" y="5500000"/>
            <a:ext cx="0" cy="150000"/>
          </a:xfrm>
          <a:prstGeom prst="straightConnector1">
            <a:avLst/>
          </a:prstGeom>
          <a:ln w="28575">
            <a:solidFill>
              <a:srgbClr val="595959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lowBox112"/>
          <p:cNvSpPr/>
          <p:nvPr/>
        </p:nvSpPr>
        <p:spPr>
          <a:xfrm>
            <a:off x="2396000" y="5650000"/>
            <a:ext cx="7400000" cy="65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rIns="9144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Clients Display Message / Leave &amp; Cleanup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Individual Contribution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1" name="Results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algn="just">
              <a:spcAft>
                <a:spcPts val="1400"/>
              </a:spcAft>
              <a:buFont typeface="Arial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/>
              </a:rPr>
              <a:t>Varalakshmi K (2520030678): 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Client program, multithreaded send/receive handling, and user input interface.</a:t>
            </a:r>
          </a:p>
          <a:p>
            <a:pPr marL="285750" indent="-285750" algn="just">
              <a:spcAft>
                <a:spcPts val="1400"/>
              </a:spcAft>
              <a:buFont typeface="Arial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/>
              </a:rPr>
              <a:t>Lohitha M (2520030378): 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Project architecture, server program, Unix domain socket setup, and message broadcast logic.</a:t>
            </a:r>
          </a:p>
          <a:p>
            <a:pPr marL="285750" indent="-285750" algn="just">
              <a:spcAft>
                <a:spcPts val="1400"/>
              </a:spcAft>
              <a:buFont typeface="Arial"/>
              <a:buChar char="•"/>
            </a:pPr>
            <a:r>
              <a:rPr lang="en-US" sz="1800" b="1" dirty="0">
                <a:solidFill>
                  <a:srgbClr val="C00000"/>
                </a:solidFill>
                <a:latin typeface="Calibri"/>
              </a:rPr>
              <a:t>Vaibhavasree S (2520030398): </a:t>
            </a:r>
            <a:r>
              <a:rPr lang="en-US" sz="1800" dirty="0">
                <a:solidFill>
                  <a:srgbClr val="000000"/>
                </a:solidFill>
                <a:latin typeface="Calibri"/>
              </a:rPr>
              <a:t>Named-pipe two-user chat, synchronization, testing, debugging, documentation, README, and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Tools / Platforms / Software Used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1" name="HW SW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/>
              </a:rPr>
              <a:t>Operating System &amp; Language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Linux / Ubuntu – operating system and execution environment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Python 3 – main programming language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Python modules – os, socket, threading, sys</a:t>
            </a:r>
          </a:p>
          <a:p>
            <a:pPr algn="just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libri"/>
              </a:rPr>
              <a:t>APIs &amp; Development Tools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Named pipes (FIFO) – two-user IPC channel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Unix domain sockets – multi-user IPC channel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VS Code / Nano – source-code development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Git – version control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650" dirty="0">
                <a:solidFill>
                  <a:srgbClr val="000000"/>
                </a:solidFill>
                <a:latin typeface="Calibri"/>
              </a:rPr>
              <a:t>GitHub – source-code repository and project submission</a:t>
            </a:r>
          </a:p>
        </p:txBody>
      </p:sp>
    </p:spTree>
    <p:extLst>
      <p:ext uri="{BB962C8B-B14F-4D97-AF65-F5344CB8AC3E}">
        <p14:creationId xmlns:p14="http://schemas.microsoft.com/office/powerpoint/2010/main" xmlns="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Expected Outcome</a:t>
            </a:r>
          </a:p>
        </p:txBody>
      </p:sp>
      <p:sp>
        <p:nvSpPr>
          <p:cNvPr id="101" name="Conclusion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The completed system is expected to let multiple separate processes chat with each other on one Ubuntu machine through OS-level IPC. Two terminals will exchange messages in real time using named pipes, and any number of clients will exchange messages through the server using Unix domain sockets, with join/leave notices and a clean shutdown. The project demonstrates practical knowledge of processes, IPC mechanisms, sockets, multithreading, synchronization, and file descriptors — delivering a lightweight terminal-based chat application that clearly shows how processes communicate inside an operating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1" name="Future Scope Content"/>
          <p:cNvSpPr txBox="1"/>
          <p:nvPr/>
        </p:nvSpPr>
        <p:spPr>
          <a:xfrm>
            <a:off x="2900000" y="1000000"/>
            <a:ext cx="8500000" cy="5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GitHub Repository: github.com/muvvalohitha007-cmyk/TRIDE_OSSP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Section No.: 06 | Team No.: 08 | Faculty Guide: K. Anusha, Dept. of CSE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project demonstrates practical Operating Systems concepts: processes, IPC, named pipes, sockets, threads, and synchronization.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It delivers a lightweight, real-time chat application in which separate processes communicate through OS-provided channels.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The solution correctly handles simultaneous messaging, user join/leave events, and clean removal of pipe and socket files.</a:t>
            </a:r>
          </a:p>
          <a:p>
            <a:pPr marL="285750" indent="-285750" algn="just">
              <a:spcAft>
                <a:spcPts val="1000"/>
              </a:spcAft>
              <a:buFont typeface="Arial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/>
              </a:rPr>
              <a:t>Future enhancements may include private messages, chat logs, message-queue or shared-memory versions, TCP sockets for network chat, and a GUI.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1093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      Data Structures and Algorithms -3 (25CS2103E)  Fast Keyword-Based Search Engine for Indian-Language Wikipedia Text using Efficient Indexing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Lohitha Muvva</cp:lastModifiedBy>
  <cp:revision>33</cp:revision>
  <dcterms:created xsi:type="dcterms:W3CDTF">2024-08-29T05:25:00Z</dcterms:created>
  <dcterms:modified xsi:type="dcterms:W3CDTF">2026-08-29T06:04:51Z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